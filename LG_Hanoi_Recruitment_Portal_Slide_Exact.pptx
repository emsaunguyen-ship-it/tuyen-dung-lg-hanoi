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5030-2090-457F-9C34-EF8CE9863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4CD42-CB62-429A-8673-376BE9918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1E068-572A-4F14-AF20-92B05D8E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67F50-D349-41DD-B75F-95C7095B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F470F-AC3B-441F-9A0A-E6E259C7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DD0E-5012-4353-8A74-F0E05CA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977E2-4284-405A-AB4E-75E7A9F8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1F9CA-2BD5-4DAC-8B46-B14FB7B12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5E049-EBBC-4243-9798-516C7E90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8B05-8A28-4B3E-BB91-2D834C04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3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8115-37E1-4565-8163-55B40EEC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E1B67-E386-4F70-B8A5-53BD44D1C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F4EE9-6B80-40EC-B24F-0899D6B6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1590E-0BEB-4036-B95B-BCCC7205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EFC7A-248C-4B3B-902C-7C9E1393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2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E29A-129A-466B-97EA-2D41A66E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529D-294D-4B87-80C3-FA8662C63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5FCA6-3A5E-47B6-9898-610740926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97683-DEB4-4ABE-A02D-133EFFE5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1DB05-8CBB-420E-8E78-632E18F2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317C5-26A9-4EE0-ADD2-13B11239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8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AEB0-2B2C-467D-9AD2-8A610C62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497E-2236-4147-BFBB-07C841715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56629-08A7-4785-B34E-86A88BD71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47BC9-F87D-4736-B62E-8FA9EE613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EA524-26CE-4A84-A503-24868C853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DE68A-16F9-4892-992E-F6CE5CF6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ADF32-EF25-4100-B932-0C709830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3F5D0-75F9-48C7-ABC2-D0067BE1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0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52FF-7B14-4844-B453-71B33324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E1688-6160-45A0-8D16-4DA12342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50BAE-B28E-42B8-B38B-FF908D5F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C1698-9AF6-4BB7-937D-F60ED017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8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1BCE3-F36E-4FB3-B140-B04C7C42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FC332-F8D4-4C23-A706-E13EFC9D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1258D-31DE-47A9-BF69-2C0E95F5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2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7413-66A0-46CD-8DA0-BFC57522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87D4C-4772-47D2-82B0-02E3619BE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6763D-A197-48F3-B3FE-88E838C36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2E4C5-11C0-42E4-9293-0559C5C2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49AA6-7887-41F6-AD74-107AFF3C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093A0-D55C-4EDB-96E0-8FCFA84B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1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23AD-C398-457C-AE42-BE7C0A32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23A78-58C0-44EB-8702-DC6C1D2E3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2495D-9DC8-47FC-942F-A647294BB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10B1F-1986-4F6F-B528-438F1B7A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907F8-9813-4563-A7F1-166F77A8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D8DDD-2F43-470D-8099-590409DA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7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6312-D096-4BC2-B0CC-803A9AA8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32872-FC09-4FCE-93CC-E347CFFE9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5E7C8-87BA-4313-8376-99E9C181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8051C-E64A-4D72-95E4-0AA798B1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1BD3A-434B-4D32-AE53-ADFBAEA5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8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C0320-0320-4CC5-9B73-7B1BEFC3B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0CD5C-0954-4BFD-9DDC-A4ED8F2FE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DA9B9-0B24-49D5-82FF-A5234B8F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38DEB-04E4-4F4A-AC8B-DA52AC99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B8786-9A96-4177-B0FD-1DF2348B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8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59C79-69C4-4C2D-B8BE-D3B98DFE1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4717-0EDC-412B-8359-D5C932A58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5B8A1-35D0-4A0E-BC1D-8E37622C6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F68B2-C190-42B2-BE67-8E9BD630A29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C170-A017-4317-8D2F-3816613B0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066E-7EB9-45ED-9D56-8F0A2765B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1FCD1-6BC7-4EED-91FA-5E0DFFE51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7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msaunguyen-ship-it.github.io/Tuyen-Dung-LG-Hanoi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msaunguyen-ship-it.github.io/Tuyen-Dung-LG-Hanoi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D9365-67CF-40F6-BFA5-2236835D1AB2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0F657-8B30-474E-8889-B5506FADF45C}"/>
              </a:ext>
            </a:extLst>
          </p:cNvPr>
          <p:cNvSpPr txBox="1"/>
          <p:nvPr/>
        </p:nvSpPr>
        <p:spPr>
          <a:xfrm>
            <a:off x="508000" y="635000"/>
            <a:ext cx="3556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50" b="1">
                <a:solidFill>
                  <a:srgbClr val="E0E0E0"/>
                </a:solidFill>
                <a:latin typeface="Segoe UI" panose="020B0502040204020203" pitchFamily="34" charset="0"/>
              </a:rPr>
              <a:t>A I   I N N O V A T I O N   S T O R Y</a:t>
            </a:r>
            <a:endParaRPr lang="en-US" sz="950" b="1">
              <a:solidFill>
                <a:srgbClr val="E0E0E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AE9A4-E632-43AD-9C51-43D6E4C74AED}"/>
              </a:ext>
            </a:extLst>
          </p:cNvPr>
          <p:cNvSpPr txBox="1"/>
          <p:nvPr/>
        </p:nvSpPr>
        <p:spPr>
          <a:xfrm>
            <a:off x="482600" y="1079500"/>
            <a:ext cx="3683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Portal Tuyển Dụng
LG Hà Nội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1A994-BD8E-403D-BC38-8C99771F5E67}"/>
              </a:ext>
            </a:extLst>
          </p:cNvPr>
          <p:cNvSpPr txBox="1"/>
          <p:nvPr/>
        </p:nvSpPr>
        <p:spPr>
          <a:xfrm>
            <a:off x="482600" y="2413000"/>
            <a:ext cx="3683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200" i="1">
                <a:solidFill>
                  <a:srgbClr val="F5F5F5"/>
                </a:solidFill>
                <a:latin typeface="Segoe UI" panose="020B0502040204020203" pitchFamily="34" charset="0"/>
              </a:rPr>
              <a:t>Từ ý tưởng đến sản phẩm thật, chỉ trong nửa ngày - cùng AI.</a:t>
            </a:r>
            <a:endParaRPr lang="en-US" sz="1200" i="1">
              <a:solidFill>
                <a:srgbClr val="F5F5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64A0D-774E-4FE8-A5DE-DDCE75484059}"/>
              </a:ext>
            </a:extLst>
          </p:cNvPr>
          <p:cNvSpPr txBox="1"/>
          <p:nvPr/>
        </p:nvSpPr>
        <p:spPr>
          <a:xfrm>
            <a:off x="482600" y="3175000"/>
            <a:ext cx="368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950">
                <a:solidFill>
                  <a:srgbClr val="FFFFFF"/>
                </a:solidFill>
                <a:latin typeface="Segoe UI" panose="020B0502040204020203" pitchFamily="34" charset="0"/>
              </a:rPr>
              <a:t>Xây dựng bởi: Trưởng phòng Mua sắm (Non-Tech)
Đồng hành cùng: Mr. Bảo - AI Coach</a:t>
            </a:r>
            <a:endParaRPr lang="en-US" sz="9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hlinkClick r:id="rId2"/>
            <a:extLst>
              <a:ext uri="{FF2B5EF4-FFF2-40B4-BE49-F238E27FC236}">
                <a16:creationId xmlns:a16="http://schemas.microsoft.com/office/drawing/2014/main" id="{D9066311-6ACB-454C-8E76-E53AB3B9BDCA}"/>
              </a:ext>
            </a:extLst>
          </p:cNvPr>
          <p:cNvSpPr/>
          <p:nvPr/>
        </p:nvSpPr>
        <p:spPr>
          <a:xfrm>
            <a:off x="482600" y="4000500"/>
            <a:ext cx="3606800" cy="40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sz="850" b="1">
                <a:solidFill>
                  <a:srgbClr val="A50034"/>
                </a:solidFill>
                <a:latin typeface="Segoe UI" panose="020B0502040204020203" pitchFamily="34" charset="0"/>
              </a:rPr>
              <a:t>emsaunguyen-ship-it.github.io/Tuyen-Dung-LG-Hanoi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07092-B713-4FC4-97D4-0D58E056E38E}"/>
              </a:ext>
            </a:extLst>
          </p:cNvPr>
          <p:cNvSpPr txBox="1"/>
          <p:nvPr/>
        </p:nvSpPr>
        <p:spPr>
          <a:xfrm>
            <a:off x="482600" y="5016500"/>
            <a:ext cx="3683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050" i="1">
                <a:solidFill>
                  <a:srgbClr val="FFFFFF"/>
                </a:solidFill>
                <a:latin typeface="Segoe UI" panose="020B0502040204020203" pitchFamily="34" charset="0"/>
              </a:rPr>
              <a:t>"AI không thay thế con người -`nAI chắp cánh cho người không chuyên`nbiến ý tưởng thành hiện thực."</a:t>
            </a:r>
            <a:endParaRPr lang="en-US" sz="1050" i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4335A-F60F-43E3-BD0C-917EEA4551E6}"/>
              </a:ext>
            </a:extLst>
          </p:cNvPr>
          <p:cNvSpPr txBox="1"/>
          <p:nvPr/>
        </p:nvSpPr>
        <p:spPr>
          <a:xfrm>
            <a:off x="5016500" y="317500"/>
            <a:ext cx="673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 b="1">
                <a:solidFill>
                  <a:srgbClr val="A50034"/>
                </a:solidFill>
                <a:latin typeface="Segoe UI" panose="020B0502040204020203" pitchFamily="34" charset="0"/>
              </a:rPr>
              <a:t>G I A O   D I Ệ N   T H Ự C   T Ế   T R Ê N   W E B S I T E</a:t>
            </a:r>
            <a:endParaRPr lang="en-US" sz="1100" b="1">
              <a:solidFill>
                <a:srgbClr val="A50034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F4D970-77E7-4154-8574-9260E5456E7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698500"/>
            <a:ext cx="3683000" cy="23495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1BB737-DA80-491F-9475-F385557D5A74}"/>
              </a:ext>
            </a:extLst>
          </p:cNvPr>
          <p:cNvSpPr txBox="1"/>
          <p:nvPr/>
        </p:nvSpPr>
        <p:spPr>
          <a:xfrm>
            <a:off x="5016500" y="3111500"/>
            <a:ext cx="3683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8B7464"/>
                </a:solidFill>
                <a:latin typeface="Segoe UI" panose="020B0502040204020203" pitchFamily="34" charset="0"/>
              </a:rPr>
              <a:t>Trang tuyển dụng - tìm và ứng tuyển 1-click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8E4008-46DF-4BE1-A88B-B88891AD145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698500"/>
            <a:ext cx="2857500" cy="1803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13EFFB-C1F3-4EAD-A33C-BFD5EC6562E3}"/>
              </a:ext>
            </a:extLst>
          </p:cNvPr>
          <p:cNvSpPr txBox="1"/>
          <p:nvPr/>
        </p:nvSpPr>
        <p:spPr>
          <a:xfrm>
            <a:off x="8890000" y="2578100"/>
            <a:ext cx="28575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8B7464"/>
                </a:solidFill>
                <a:latin typeface="Segoe UI" panose="020B0502040204020203" pitchFamily="34" charset="0"/>
              </a:rPr>
              <a:t>Dashboard tự động đồng bộ Google Sheets, báo cáo real-time cho HR.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77886D-EA0A-45D1-A2AC-B1AB860194A1}"/>
              </a:ext>
            </a:extLst>
          </p:cNvPr>
          <p:cNvSpPr/>
          <p:nvPr/>
        </p:nvSpPr>
        <p:spPr>
          <a:xfrm>
            <a:off x="50165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3BAE6A-237D-4909-B5EC-9A004A1650EC}"/>
              </a:ext>
            </a:extLst>
          </p:cNvPr>
          <p:cNvSpPr/>
          <p:nvPr/>
        </p:nvSpPr>
        <p:spPr>
          <a:xfrm>
            <a:off x="55816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EEFC6-EC8D-4768-A412-87FBE0867831}"/>
              </a:ext>
            </a:extLst>
          </p:cNvPr>
          <p:cNvSpPr txBox="1"/>
          <p:nvPr/>
        </p:nvSpPr>
        <p:spPr>
          <a:xfrm>
            <a:off x="5067300" y="4483100"/>
            <a:ext cx="14859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Giải bài toán tuyển SVC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4E1D3-B683-4182-97C7-8EC24C5BFD0E}"/>
              </a:ext>
            </a:extLst>
          </p:cNvPr>
          <p:cNvSpPr txBox="1"/>
          <p:nvPr/>
        </p:nvSpPr>
        <p:spPr>
          <a:xfrm>
            <a:off x="50927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800">
                <a:solidFill>
                  <a:srgbClr val="8B7464"/>
                </a:solidFill>
                <a:latin typeface="Segoe UI" panose="020B0502040204020203" pitchFamily="34" charset="0"/>
              </a:rPr>
              <a:t>2 kênh song song: Agency thị trường + LG tự đăng tuyển trực tiếp</a:t>
            </a:r>
            <a:endParaRPr lang="en-US" sz="800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A80E93-35A3-45E5-8BE0-A4B9D4175B65}"/>
              </a:ext>
            </a:extLst>
          </p:cNvPr>
          <p:cNvSpPr/>
          <p:nvPr/>
        </p:nvSpPr>
        <p:spPr>
          <a:xfrm>
            <a:off x="67310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8A29C2-817D-4A7C-AFD3-CA49406AA324}"/>
              </a:ext>
            </a:extLst>
          </p:cNvPr>
          <p:cNvSpPr/>
          <p:nvPr/>
        </p:nvSpPr>
        <p:spPr>
          <a:xfrm>
            <a:off x="72961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C2744C-30EF-4C3A-BC0E-FF0A53CDD3EC}"/>
              </a:ext>
            </a:extLst>
          </p:cNvPr>
          <p:cNvSpPr txBox="1"/>
          <p:nvPr/>
        </p:nvSpPr>
        <p:spPr>
          <a:xfrm>
            <a:off x="67818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1-Click Apply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F9ADE1-D3A9-4C6F-AE05-DE6D28915389}"/>
              </a:ext>
            </a:extLst>
          </p:cNvPr>
          <p:cNvSpPr txBox="1"/>
          <p:nvPr/>
        </p:nvSpPr>
        <p:spPr>
          <a:xfrm>
            <a:off x="68072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vi-VN" sz="800">
                <a:solidFill>
                  <a:srgbClr val="8B7464"/>
                </a:solidFill>
                <a:latin typeface="Segoe UI" panose="020B0502040204020203" pitchFamily="34" charset="0"/>
              </a:rPr>
              <a:t>Lọc việc và nộp CV nhanh, chuẩn nhận diện thương hiệu LG</a:t>
            </a:r>
            <a:endParaRPr lang="en-US" sz="800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116401-8831-4A79-946C-FF2EA554A140}"/>
              </a:ext>
            </a:extLst>
          </p:cNvPr>
          <p:cNvSpPr/>
          <p:nvPr/>
        </p:nvSpPr>
        <p:spPr>
          <a:xfrm>
            <a:off x="84455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8528C5-B224-4073-A0C7-896732E070E4}"/>
              </a:ext>
            </a:extLst>
          </p:cNvPr>
          <p:cNvSpPr/>
          <p:nvPr/>
        </p:nvSpPr>
        <p:spPr>
          <a:xfrm>
            <a:off x="90106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EC456F-FC00-4C8D-BFCC-E9C3983D4437}"/>
              </a:ext>
            </a:extLst>
          </p:cNvPr>
          <p:cNvSpPr txBox="1"/>
          <p:nvPr/>
        </p:nvSpPr>
        <p:spPr>
          <a:xfrm>
            <a:off x="84963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Tự động hóa HR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A492E-606D-42CA-B2CF-94E0B1788119}"/>
              </a:ext>
            </a:extLst>
          </p:cNvPr>
          <p:cNvSpPr txBox="1"/>
          <p:nvPr/>
        </p:nvSpPr>
        <p:spPr>
          <a:xfrm>
            <a:off x="85217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Tự tổng hợp Excel và gửi email real-time cho HR Manager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D05CD79-94A6-40BD-9405-69C41550B25C}"/>
              </a:ext>
            </a:extLst>
          </p:cNvPr>
          <p:cNvSpPr/>
          <p:nvPr/>
        </p:nvSpPr>
        <p:spPr>
          <a:xfrm>
            <a:off x="101600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FA5F91-5C19-48A4-9604-B2361BDC16C2}"/>
              </a:ext>
            </a:extLst>
          </p:cNvPr>
          <p:cNvSpPr/>
          <p:nvPr/>
        </p:nvSpPr>
        <p:spPr>
          <a:xfrm>
            <a:off x="107251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1DE36E-A328-4E0D-8C6F-E2DDBEA5547E}"/>
              </a:ext>
            </a:extLst>
          </p:cNvPr>
          <p:cNvSpPr txBox="1"/>
          <p:nvPr/>
        </p:nvSpPr>
        <p:spPr>
          <a:xfrm>
            <a:off x="102108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Content Hub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15182C-B16E-4CD8-AED6-9CAB5ABB6C22}"/>
              </a:ext>
            </a:extLst>
          </p:cNvPr>
          <p:cNvSpPr txBox="1"/>
          <p:nvPr/>
        </p:nvSpPr>
        <p:spPr>
          <a:xfrm>
            <a:off x="102362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Cập nhật hoạt động công ty hàng ngày, thu hút nhân tài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7F6704-BA27-4EC4-B226-9D0584B43100}"/>
              </a:ext>
            </a:extLst>
          </p:cNvPr>
          <p:cNvSpPr txBox="1"/>
          <p:nvPr/>
        </p:nvSpPr>
        <p:spPr>
          <a:xfrm>
            <a:off x="5016500" y="6286500"/>
            <a:ext cx="6731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50" i="1">
                <a:solidFill>
                  <a:srgbClr val="8B7464"/>
                </a:solidFill>
                <a:latin typeface="Segoe UI" panose="020B0502040204020203" pitchFamily="34" charset="0"/>
              </a:rPr>
              <a:t>LG Careers Hanoi Portal - Sản phẩm thực tế được xây dựng 100% bằng AI, bởi một nhân sự không chuyên IT.</a:t>
            </a:r>
            <a:endParaRPr lang="en-US" sz="850" i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08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BBBCD-0157-42F8-BA08-99442BD9E792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2971A-BBE7-4FD3-B90C-EA6482BF1F63}"/>
              </a:ext>
            </a:extLst>
          </p:cNvPr>
          <p:cNvSpPr txBox="1"/>
          <p:nvPr/>
        </p:nvSpPr>
        <p:spPr>
          <a:xfrm>
            <a:off x="508000" y="635000"/>
            <a:ext cx="3556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50" b="1">
                <a:solidFill>
                  <a:srgbClr val="E0E0E0"/>
                </a:solidFill>
                <a:latin typeface="Segoe UI" panose="020B0502040204020203" pitchFamily="34" charset="0"/>
              </a:rPr>
              <a:t>A I   I N N O V A T I O N   S T O R Y</a:t>
            </a:r>
            <a:endParaRPr lang="en-US" sz="950" b="1">
              <a:solidFill>
                <a:srgbClr val="E0E0E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978D3-A9CC-4AD9-998B-18C67536286D}"/>
              </a:ext>
            </a:extLst>
          </p:cNvPr>
          <p:cNvSpPr txBox="1"/>
          <p:nvPr/>
        </p:nvSpPr>
        <p:spPr>
          <a:xfrm>
            <a:off x="482600" y="1079500"/>
            <a:ext cx="3683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LG Hanoi
Recruitment Portal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53F23-5052-4176-955C-F337F22F8BF6}"/>
              </a:ext>
            </a:extLst>
          </p:cNvPr>
          <p:cNvSpPr txBox="1"/>
          <p:nvPr/>
        </p:nvSpPr>
        <p:spPr>
          <a:xfrm>
            <a:off x="482600" y="2413000"/>
            <a:ext cx="3683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i="1">
                <a:solidFill>
                  <a:srgbClr val="F5F5F5"/>
                </a:solidFill>
                <a:latin typeface="Segoe UI" panose="020B0502040204020203" pitchFamily="34" charset="0"/>
              </a:rPr>
              <a:t>From idea to live product in just half a day - powered by AI.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4B78A-4500-413F-A3BE-E8ED0A1C1740}"/>
              </a:ext>
            </a:extLst>
          </p:cNvPr>
          <p:cNvSpPr txBox="1"/>
          <p:nvPr/>
        </p:nvSpPr>
        <p:spPr>
          <a:xfrm>
            <a:off x="482600" y="3175000"/>
            <a:ext cx="368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Built by: Purchasing Manager (Non-Tech)
Coached by: Mr. Bao - AI Coach</a:t>
            </a:r>
          </a:p>
        </p:txBody>
      </p:sp>
      <p:sp>
        <p:nvSpPr>
          <p:cNvPr id="7" name="Rectangle: Rounded Corners 6">
            <a:hlinkClick r:id="rId2"/>
            <a:extLst>
              <a:ext uri="{FF2B5EF4-FFF2-40B4-BE49-F238E27FC236}">
                <a16:creationId xmlns:a16="http://schemas.microsoft.com/office/drawing/2014/main" id="{FF5DAC19-B6B2-484B-91A7-B82BA5283DB5}"/>
              </a:ext>
            </a:extLst>
          </p:cNvPr>
          <p:cNvSpPr/>
          <p:nvPr/>
        </p:nvSpPr>
        <p:spPr>
          <a:xfrm>
            <a:off x="482600" y="4000500"/>
            <a:ext cx="3606800" cy="40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tlCol="0" anchor="ctr"/>
          <a:lstStyle/>
          <a:p>
            <a:pPr algn="ctr"/>
            <a:r>
              <a:rPr lang="en-US" sz="850" b="1">
                <a:solidFill>
                  <a:srgbClr val="A50034"/>
                </a:solidFill>
                <a:latin typeface="Segoe UI" panose="020B0502040204020203" pitchFamily="34" charset="0"/>
              </a:rPr>
              <a:t>emsaunguyen-ship-it.github.io/Tuyen-Dung-LG-Hanoi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6D47E-9C48-49A7-ADB4-8F44138DE72D}"/>
              </a:ext>
            </a:extLst>
          </p:cNvPr>
          <p:cNvSpPr txBox="1"/>
          <p:nvPr/>
        </p:nvSpPr>
        <p:spPr>
          <a:xfrm>
            <a:off x="482600" y="5016500"/>
            <a:ext cx="3683000" cy="4154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50" i="1">
                <a:solidFill>
                  <a:srgbClr val="FFFFFF"/>
                </a:solidFill>
                <a:latin typeface="Segoe UI" panose="020B0502040204020203" pitchFamily="34" charset="0"/>
              </a:rPr>
              <a:t>"AI does not replace humans -`nAI empowers non-tech professionals`nto turn ideas into reality."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FC43F-5216-44B1-8AA9-7F0E94D265A3}"/>
              </a:ext>
            </a:extLst>
          </p:cNvPr>
          <p:cNvSpPr txBox="1"/>
          <p:nvPr/>
        </p:nvSpPr>
        <p:spPr>
          <a:xfrm>
            <a:off x="5016500" y="317500"/>
            <a:ext cx="673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 b="1">
                <a:solidFill>
                  <a:srgbClr val="A50034"/>
                </a:solidFill>
                <a:latin typeface="Segoe UI" panose="020B0502040204020203" pitchFamily="34" charset="0"/>
              </a:rPr>
              <a:t>L I V E   W E B S I T E   I N T E R F A C E</a:t>
            </a:r>
            <a:endParaRPr lang="en-US" sz="1100" b="1">
              <a:solidFill>
                <a:srgbClr val="A50034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A95389-05B3-4E61-890C-1E12AA56D8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698500"/>
            <a:ext cx="3683000" cy="23495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C69776-1B57-483B-9271-33E6095991CA}"/>
              </a:ext>
            </a:extLst>
          </p:cNvPr>
          <p:cNvSpPr txBox="1"/>
          <p:nvPr/>
        </p:nvSpPr>
        <p:spPr>
          <a:xfrm>
            <a:off x="5016500" y="3111500"/>
            <a:ext cx="3683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8B7464"/>
                </a:solidFill>
                <a:latin typeface="Segoe UI" panose="020B0502040204020203" pitchFamily="34" charset="0"/>
              </a:rPr>
              <a:t>Recruitment portal - 1-click search and apply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409ADA-36DD-424A-B31E-9CFB2BAD88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698500"/>
            <a:ext cx="2857500" cy="1803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DD5F13-3994-4806-AD5B-89F32B169A08}"/>
              </a:ext>
            </a:extLst>
          </p:cNvPr>
          <p:cNvSpPr txBox="1"/>
          <p:nvPr/>
        </p:nvSpPr>
        <p:spPr>
          <a:xfrm>
            <a:off x="8890000" y="2578100"/>
            <a:ext cx="28575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50">
                <a:solidFill>
                  <a:srgbClr val="8B7464"/>
                </a:solidFill>
                <a:latin typeface="Segoe UI" panose="020B0502040204020203" pitchFamily="34" charset="0"/>
              </a:rPr>
              <a:t>Automated HR Dashboard synced with Google Sheets for real-time reporting.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8128CA-98B0-4413-B286-C3BC4AC79E5B}"/>
              </a:ext>
            </a:extLst>
          </p:cNvPr>
          <p:cNvSpPr/>
          <p:nvPr/>
        </p:nvSpPr>
        <p:spPr>
          <a:xfrm>
            <a:off x="50165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828E1A-16D2-45C1-A0C4-A1C931A2A60C}"/>
              </a:ext>
            </a:extLst>
          </p:cNvPr>
          <p:cNvSpPr/>
          <p:nvPr/>
        </p:nvSpPr>
        <p:spPr>
          <a:xfrm>
            <a:off x="55816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1F02B6-670F-4CAD-9002-7DF94AE3A148}"/>
              </a:ext>
            </a:extLst>
          </p:cNvPr>
          <p:cNvSpPr txBox="1"/>
          <p:nvPr/>
        </p:nvSpPr>
        <p:spPr>
          <a:xfrm>
            <a:off x="50673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SVC Hiring 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B511A-3281-4134-A9B6-64335EFBEEF1}"/>
              </a:ext>
            </a:extLst>
          </p:cNvPr>
          <p:cNvSpPr txBox="1"/>
          <p:nvPr/>
        </p:nvSpPr>
        <p:spPr>
          <a:xfrm>
            <a:off x="50927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Dual-channel: Market Agency + LG direct recruitment portal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BCF757-6137-4717-82A8-9FAC246927F4}"/>
              </a:ext>
            </a:extLst>
          </p:cNvPr>
          <p:cNvSpPr/>
          <p:nvPr/>
        </p:nvSpPr>
        <p:spPr>
          <a:xfrm>
            <a:off x="67310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1D9205A-FBB3-4783-94C6-FCF74FEA42A2}"/>
              </a:ext>
            </a:extLst>
          </p:cNvPr>
          <p:cNvSpPr/>
          <p:nvPr/>
        </p:nvSpPr>
        <p:spPr>
          <a:xfrm>
            <a:off x="72961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0FE2B-BB81-4C30-922A-753D31A2F2BC}"/>
              </a:ext>
            </a:extLst>
          </p:cNvPr>
          <p:cNvSpPr txBox="1"/>
          <p:nvPr/>
        </p:nvSpPr>
        <p:spPr>
          <a:xfrm>
            <a:off x="67818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1-Click Apply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E258AB-D58C-4E24-9DD8-67EDA4B6A9DB}"/>
              </a:ext>
            </a:extLst>
          </p:cNvPr>
          <p:cNvSpPr txBox="1"/>
          <p:nvPr/>
        </p:nvSpPr>
        <p:spPr>
          <a:xfrm>
            <a:off x="68072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Fast job filter and CV submission aligned with LG brand identity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FA054E-71B5-49EA-B74F-0DD6A903BD06}"/>
              </a:ext>
            </a:extLst>
          </p:cNvPr>
          <p:cNvSpPr/>
          <p:nvPr/>
        </p:nvSpPr>
        <p:spPr>
          <a:xfrm>
            <a:off x="84455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74E92C5-E395-4AB2-8592-5922313AEFB1}"/>
              </a:ext>
            </a:extLst>
          </p:cNvPr>
          <p:cNvSpPr/>
          <p:nvPr/>
        </p:nvSpPr>
        <p:spPr>
          <a:xfrm>
            <a:off x="90106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BC8383-5D34-410B-87D7-9FCA26524E7D}"/>
              </a:ext>
            </a:extLst>
          </p:cNvPr>
          <p:cNvSpPr txBox="1"/>
          <p:nvPr/>
        </p:nvSpPr>
        <p:spPr>
          <a:xfrm>
            <a:off x="84963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HR Automation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FEFE04-EF44-4E45-9A4D-52B1C0907DAE}"/>
              </a:ext>
            </a:extLst>
          </p:cNvPr>
          <p:cNvSpPr txBox="1"/>
          <p:nvPr/>
        </p:nvSpPr>
        <p:spPr>
          <a:xfrm>
            <a:off x="85217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Auto-sync data to Excel and trigger real-time email alerts to HR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6F87550-068E-4B3D-876A-1BF87F467872}"/>
              </a:ext>
            </a:extLst>
          </p:cNvPr>
          <p:cNvSpPr/>
          <p:nvPr/>
        </p:nvSpPr>
        <p:spPr>
          <a:xfrm>
            <a:off x="10160000" y="3746500"/>
            <a:ext cx="1587500" cy="2286000"/>
          </a:xfrm>
          <a:prstGeom prst="roundRect">
            <a:avLst/>
          </a:prstGeom>
          <a:solidFill>
            <a:srgbClr val="FCFAF8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449A36-8C39-4E2B-98DF-1C124351D770}"/>
              </a:ext>
            </a:extLst>
          </p:cNvPr>
          <p:cNvSpPr/>
          <p:nvPr/>
        </p:nvSpPr>
        <p:spPr>
          <a:xfrm>
            <a:off x="10725150" y="3924300"/>
            <a:ext cx="457200" cy="457200"/>
          </a:xfrm>
          <a:prstGeom prst="ellipse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CB0D25-33DF-41AF-80DC-A95A51C874CD}"/>
              </a:ext>
            </a:extLst>
          </p:cNvPr>
          <p:cNvSpPr txBox="1"/>
          <p:nvPr/>
        </p:nvSpPr>
        <p:spPr>
          <a:xfrm>
            <a:off x="10210800" y="4483100"/>
            <a:ext cx="14859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2A170F"/>
                </a:solidFill>
                <a:latin typeface="Segoe UI" panose="020B0502040204020203" pitchFamily="34" charset="0"/>
              </a:rPr>
              <a:t>Content Hub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41345C-15AA-479A-8FEE-23CF90FC18FF}"/>
              </a:ext>
            </a:extLst>
          </p:cNvPr>
          <p:cNvSpPr txBox="1"/>
          <p:nvPr/>
        </p:nvSpPr>
        <p:spPr>
          <a:xfrm>
            <a:off x="10236200" y="4914900"/>
            <a:ext cx="1435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B7464"/>
                </a:solidFill>
                <a:latin typeface="Segoe UI" panose="020B0502040204020203" pitchFamily="34" charset="0"/>
              </a:rPr>
              <a:t>Daily corporate activity updates to attract top talent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C19F3-4453-476E-9B5A-014872722E5F}"/>
              </a:ext>
            </a:extLst>
          </p:cNvPr>
          <p:cNvSpPr txBox="1"/>
          <p:nvPr/>
        </p:nvSpPr>
        <p:spPr>
          <a:xfrm>
            <a:off x="5016500" y="6286500"/>
            <a:ext cx="6731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 i="1">
                <a:solidFill>
                  <a:srgbClr val="8B7464"/>
                </a:solidFill>
                <a:latin typeface="Segoe UI" panose="020B0502040204020203" pitchFamily="34" charset="0"/>
              </a:rPr>
              <a:t>LG Careers Hanoi Portal - A real live product built 100% with AI by a non-IT professional.</a:t>
            </a:r>
          </a:p>
        </p:txBody>
      </p:sp>
    </p:spTree>
    <p:extLst>
      <p:ext uri="{BB962C8B-B14F-4D97-AF65-F5344CB8AC3E}">
        <p14:creationId xmlns:p14="http://schemas.microsoft.com/office/powerpoint/2010/main" val="126158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Custom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THUY KHANH NGUYEN/Team Leader/LGEVH NORTH GENERAL  PROCUREMENT</dc:creator>
  <cp:lastModifiedBy>THUY KHANH NGUYEN/Team Leader/LGEVH NORTH GENERAL  PROCUREMENT</cp:lastModifiedBy>
  <cp:revision>1</cp:revision>
  <dcterms:created xsi:type="dcterms:W3CDTF">2026-08-14T10:24:57Z</dcterms:created>
  <dcterms:modified xsi:type="dcterms:W3CDTF">2026-08-14T10:24:57Z</dcterms:modified>
</cp:coreProperties>
</file>