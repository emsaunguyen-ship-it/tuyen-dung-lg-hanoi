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1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4ED7-2C22-4565-9CB5-F3E00F3F5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81959-080C-4F27-9231-C6B61E902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023CC-454C-4BBF-A21E-61B5A5A7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26428-0A03-4274-835F-4F5AD045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87D69-498B-45A8-A252-D540CD75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1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C01B-D752-40BB-82C2-BD526579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550F-F8F6-41F1-BAAB-4289AC401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F033-947C-470F-A61E-5E4492AC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CC7C6-FD9E-479E-8E60-A8D4CCA8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69A03-D043-4632-B750-B1C8F48B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6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D1B6-41F2-4559-ADE5-09FB16DD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ECD9B-DC20-4C6B-9BCA-D41103628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3C2F6-2EAC-45FF-BCB4-5678DCE4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CF41-185B-40E5-940B-22F50BF7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53C8B-1A92-480C-9A6F-9AF6AC4C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1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F5B7-A5E9-4B4B-A2A2-63958E32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0C16-61CC-4399-9B87-8856268DB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92ABF-671E-46C1-81BA-7FCE904F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84BFB-76DE-4A32-B062-E3AB141A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47C96-DCCE-42D0-8D82-2FB9AEA9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E80F6-5D8E-4601-926B-FAB1354AA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5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B74C-CBC5-4930-BD52-3CEEED76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42592-8442-4D9F-B2EB-A86C85F9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2EE72-E82E-4BE5-AB7C-4C605CB72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06754-375F-4924-8405-CA665FFF7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0B47F2-C581-48C3-8B97-FDCA5D3C4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D35E0-4507-4FE5-8A6A-609F5538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564E9-0B27-479A-802C-E9F1572A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56C14-C300-4C48-9B20-8DA27B7E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8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695C-B660-4366-9659-0766A544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5FF761-7DC9-4429-B8C9-A9933446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C7450-3338-4F09-9043-DF071A53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942F-0A1D-4EC1-BAE8-9E8CC4C1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0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AEE94-5574-4BFE-99DD-F649B813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17A01-36CB-4A18-80F6-540DFD534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9369B-549B-4AD3-B67B-189E0177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5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A06C-F359-499C-82DA-38BF23A6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D86AE-E055-48F1-AFDA-AD742E21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BA412-CB0A-41D2-A328-4F7D925C1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4F283-958B-4FE9-9089-1BB35772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F4D1D-12FC-433A-8672-F5200241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27377-2FA4-4EAC-B3ED-1935866B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7DF5-095B-464F-8031-6EA759C7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EF4DE-36CF-44E4-AC06-6E24F8F77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B18D2-03F7-4BED-BB9C-405376DD5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F64E8-7AFB-4CB2-9102-D3CE9935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06C2E-D865-455E-B02C-4A6BC8C6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C2CF3-D032-478A-BDD9-240C434E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D057-A462-4460-B385-47D18EC4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378E6-ADD9-4FC8-A802-63316943F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4DCC0-58D0-4E09-AB5D-B2C8CEBC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ED06B-A484-4A9F-8DC0-CBFDED965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B8A2-342B-4331-8CDD-D543072E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5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B6295-1A3F-4561-B6B9-7A9F5F1EB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B1205-CB75-45BA-9695-AB1DEBA39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2515C-102F-4C77-A476-9A0B6DD0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81B9D-B9D0-4F06-9A37-EAD65A979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3C64-EACD-4A42-BB93-530FD14B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83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D780D-3135-4679-B1F6-981F7158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D03D2-3EBA-4BC1-BCF2-4E9730A78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3C3EF-DC00-49C5-B066-3DF4E2910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5B9FE-A2BD-40F2-84E8-54C669CFE21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6EBB4-78F2-42AE-9091-D32837B66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EB490-9C71-4195-96EF-7929119D7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0185-E074-4E7B-9EC8-E585A1B70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7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CB8B23-D3A5-4D61-997E-99571EBC0B6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A62BB-D062-49B4-B360-E0CFA4E5D769}"/>
              </a:ext>
            </a:extLst>
          </p:cNvPr>
          <p:cNvSpPr txBox="1"/>
          <p:nvPr/>
        </p:nvSpPr>
        <p:spPr>
          <a:xfrm>
            <a:off x="508000" y="2540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7C3AED"/>
                </a:solidFill>
                <a:latin typeface="Segoe UI" panose="020B0502040204020203" pitchFamily="34" charset="0"/>
              </a:rPr>
              <a:t>✨ AI CO-PILOT CASE STUDY • INNOVATION &amp; MINDSET SHIFT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86A71-900F-4C11-9E7B-D1AAF46A0EFB}"/>
              </a:ext>
            </a:extLst>
          </p:cNvPr>
          <p:cNvSpPr txBox="1"/>
          <p:nvPr/>
        </p:nvSpPr>
        <p:spPr>
          <a:xfrm>
            <a:off x="508000" y="6096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b="1">
                <a:solidFill>
                  <a:srgbClr val="0F172A"/>
                </a:solidFill>
                <a:latin typeface="Segoe UI" panose="020B0502040204020203" pitchFamily="34" charset="0"/>
              </a:rPr>
              <a:t>Ứng Dụng AI Biến Ý Tưởng Thành Hiện Thực: Hành Trình Tự Tạo Portal Tuyển Dụng Dành Cho Người Không Chuyên IT</a:t>
            </a:r>
            <a:endParaRPr lang="en-US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C761C-73BA-4DDD-8AF2-656FAD39ADCB}"/>
              </a:ext>
            </a:extLst>
          </p:cNvPr>
          <p:cNvSpPr/>
          <p:nvPr/>
        </p:nvSpPr>
        <p:spPr>
          <a:xfrm>
            <a:off x="508000" y="1397000"/>
            <a:ext cx="363220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bIns="177800" rtlCol="0" anchor="ctr"/>
          <a:lstStyle/>
          <a:p>
            <a:pPr algn="ctr"/>
            <a:r>
              <a:rPr lang="vi-VN" sz="1050" b="1" i="1">
                <a:solidFill>
                  <a:srgbClr val="666666"/>
                </a:solidFill>
              </a:rPr>
              <a:t>
"Chỉ cần tư duy rõ nét về bài toán, AI sẽ đồng hành xử lý toàn bộ rào cản kỹ thuật."</a:t>
            </a:r>
            <a:endParaRPr lang="en-US" sz="1050" b="1" i="1">
              <a:solidFill>
                <a:srgbClr val="66666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4CF605-6147-4DF5-A03D-A986B7B015B2}"/>
              </a:ext>
            </a:extLst>
          </p:cNvPr>
          <p:cNvSpPr/>
          <p:nvPr/>
        </p:nvSpPr>
        <p:spPr>
          <a:xfrm>
            <a:off x="4279900" y="1397000"/>
            <a:ext cx="363220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bIns="177800" rtlCol="0" anchor="ctr"/>
          <a:lstStyle/>
          <a:p>
            <a:pPr algn="ctr"/>
            <a:r>
              <a:rPr lang="vi-VN" sz="1100" b="1">
                <a:solidFill>
                  <a:srgbClr val="0F172A"/>
                </a:solidFill>
              </a:rPr>
              <a:t>• Thực thi nhanh trong vài giờ: Biến ý tưởng thành sản phẩm thực tế qua nhiều vòng lặp tinh chỉnh liên tục.
</a:t>
            </a:r>
            <a:endParaRPr lang="en-US" sz="1100" b="1">
              <a:solidFill>
                <a:srgbClr val="0F172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71717-0F20-479A-8795-F0E3D13D7D5F}"/>
              </a:ext>
            </a:extLst>
          </p:cNvPr>
          <p:cNvSpPr/>
          <p:nvPr/>
        </p:nvSpPr>
        <p:spPr>
          <a:xfrm>
            <a:off x="8051800" y="1397000"/>
            <a:ext cx="363220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bIns="177800" rtlCol="0" anchor="ctr"/>
          <a:lstStyle/>
          <a:p>
            <a:pPr algn="ctr"/>
            <a:r>
              <a:rPr lang="vi-VN" sz="1100" b="1">
                <a:solidFill>
                  <a:srgbClr val="0F172A"/>
                </a:solidFill>
              </a:rPr>
              <a:t>Thông điệp gửi tới mọi người: Hãy chủ động dùng AI cải tiến ngay công việc hàng ngày. Nếu tôi làm được, bạn cũng làm được!
</a:t>
            </a:r>
            <a:endParaRPr lang="en-US" sz="1100" b="1">
              <a:solidFill>
                <a:srgbClr val="0F172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08474-9B63-4980-9CC8-D5D5434543EB}"/>
              </a:ext>
            </a:extLst>
          </p:cNvPr>
          <p:cNvSpPr/>
          <p:nvPr/>
        </p:nvSpPr>
        <p:spPr>
          <a:xfrm>
            <a:off x="508000" y="6159500"/>
            <a:ext cx="11176000" cy="457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101600" rtlCol="0" anchor="ctr"/>
          <a:lstStyle/>
          <a:p>
            <a:pPr algn="ctr"/>
            <a:r>
              <a:rPr lang="vi-VN" sz="1000">
                <a:solidFill>
                  <a:srgbClr val="FFFFFF"/>
                </a:solidFill>
              </a:rPr>
              <a:t>Tác giả: Trưởng phòng Mua sắm (Sales &amp; Marketing) | Triết lý: AI không thay thế con người – AI chắp cánh cho người chủ động.   |   </a:t>
            </a:r>
            <a:r>
              <a:rPr lang="en-US" sz="1000">
                <a:solidFill>
                  <a:srgbClr val="FFFFFF"/>
                </a:solidFill>
              </a:rPr>
              <a:t>🌐 </a:t>
            </a:r>
            <a:r>
              <a:rPr lang="vi-VN" sz="1000">
                <a:solidFill>
                  <a:srgbClr val="FFFFFF"/>
                </a:solidFill>
              </a:rPr>
              <a:t>Live URL: https://emsaunguyen-ship-it.github.io/Tuyen-Dung-LG-Hanoi/?v=12</a:t>
            </a:r>
            <a:endParaRPr lang="en-US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841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THUY KHANH NGUYEN/Team Leader/LGEVH NORTH GENERAL  PROCUREMENT</dc:creator>
  <cp:lastModifiedBy>THUY KHANH NGUYEN/Team Leader/LGEVH NORTH GENERAL  PROCUREMENT</cp:lastModifiedBy>
  <cp:revision>1</cp:revision>
  <dcterms:created xsi:type="dcterms:W3CDTF">2026-08-13T06:01:20Z</dcterms:created>
  <dcterms:modified xsi:type="dcterms:W3CDTF">2026-08-13T06:01:20Z</dcterms:modified>
</cp:coreProperties>
</file>